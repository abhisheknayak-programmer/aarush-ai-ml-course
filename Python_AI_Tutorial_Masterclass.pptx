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Python &amp; AI Masterclass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/>
            </a:pPr>
            <a:r>
              <a:t>A complete beginner-to-intermediate tutorial for teaching Python and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Course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Understand Python fundamentals and syntax</a:t>
            </a:r>
          </a:p>
          <a:p>
            <a:pPr>
              <a:defRPr sz="2000"/>
            </a:pPr>
            <a:r>
              <a:t>Learn data structures, functions, and OOP</a:t>
            </a:r>
          </a:p>
          <a:p>
            <a:pPr>
              <a:defRPr sz="2000"/>
            </a:pPr>
            <a:r>
              <a:t>Work with files, APIs, and libraries</a:t>
            </a:r>
          </a:p>
          <a:p>
            <a:pPr>
              <a:defRPr sz="2000"/>
            </a:pPr>
            <a:r>
              <a:t>Understand AI, Machine Learning, and Deep Learning</a:t>
            </a:r>
          </a:p>
          <a:p>
            <a:pPr>
              <a:defRPr sz="2000"/>
            </a:pPr>
            <a:r>
              <a:t>Build simple AI projects using Python</a:t>
            </a:r>
          </a:p>
          <a:p>
            <a:pPr>
              <a:defRPr sz="2000"/>
            </a:pPr>
            <a:r>
              <a:t>Learn industry tools and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Why Python for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Easy syntax and readability</a:t>
            </a:r>
          </a:p>
          <a:p>
            <a:pPr>
              <a:defRPr sz="2000"/>
            </a:pPr>
            <a:r>
              <a:t>Large ecosystem of AI/ML libraries</a:t>
            </a:r>
          </a:p>
          <a:p>
            <a:pPr>
              <a:defRPr sz="2000"/>
            </a:pPr>
            <a:r>
              <a:t>Strong community support</a:t>
            </a:r>
          </a:p>
          <a:p>
            <a:pPr>
              <a:defRPr sz="2000"/>
            </a:pPr>
            <a:r>
              <a:t>Popular in automation, data science, and AI</a:t>
            </a:r>
          </a:p>
          <a:p>
            <a:pPr>
              <a:defRPr sz="2000"/>
            </a:pPr>
            <a:r>
              <a:t>Used by companies like Google, Netflix, and OpenAI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Installing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Download Python from python.org</a:t>
            </a:r>
          </a:p>
          <a:p>
            <a:pPr>
              <a:defRPr sz="2000"/>
            </a:pPr>
            <a:r>
              <a:t>Install VS Code or PyCharm</a:t>
            </a:r>
          </a:p>
          <a:p>
            <a:pPr>
              <a:defRPr sz="2000"/>
            </a:pPr>
            <a:r>
              <a:t>Verify installation using: python --version</a:t>
            </a:r>
          </a:p>
          <a:p>
            <a:pPr>
              <a:defRPr sz="2000"/>
            </a:pPr>
            <a:r>
              <a:t>Use pip for package installation</a:t>
            </a:r>
          </a:p>
          <a:p>
            <a:pPr>
              <a:defRPr sz="2000"/>
            </a:pPr>
            <a:r>
              <a:t>Create virtual environments for projects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Python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Variables and Data Types</a:t>
            </a:r>
          </a:p>
          <a:p>
            <a:pPr>
              <a:defRPr sz="2000"/>
            </a:pPr>
            <a:r>
              <a:t>Input and Output</a:t>
            </a:r>
          </a:p>
          <a:p>
            <a:pPr>
              <a:defRPr sz="2000"/>
            </a:pPr>
            <a:r>
              <a:t>Comments and Indentation</a:t>
            </a:r>
          </a:p>
          <a:p>
            <a:pPr>
              <a:defRPr sz="2000"/>
            </a:pPr>
            <a:r>
              <a:t>Operators and Expressions</a:t>
            </a:r>
          </a:p>
          <a:p>
            <a:pPr>
              <a:defRPr sz="2000"/>
            </a:pPr>
            <a:r>
              <a:t>Type Conversion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Example: Python Basics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name = 'John'</a:t>
            </a:r>
            <a:br/>
            <a:r>
              <a:t>age = 25</a:t>
            </a:r>
            <a:br/>
            <a:r>
              <a:t>print('Hello', name)</a:t>
            </a:r>
            <a:br/>
            <a:r>
              <a:t>print('Age:', age)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if, elif, else conditions</a:t>
            </a:r>
          </a:p>
          <a:p>
            <a:pPr>
              <a:defRPr sz="2000"/>
            </a:pPr>
            <a:r>
              <a:t>for loops and while loops</a:t>
            </a:r>
          </a:p>
          <a:p>
            <a:pPr>
              <a:defRPr sz="2000"/>
            </a:pPr>
            <a:r>
              <a:t>break and continue</a:t>
            </a:r>
          </a:p>
          <a:p>
            <a:pPr>
              <a:defRPr sz="2000"/>
            </a:pPr>
            <a:r>
              <a:t>Nested loops</a:t>
            </a:r>
          </a:p>
          <a:p>
            <a:pPr>
              <a:defRPr sz="2000"/>
            </a:pPr>
            <a:r>
              <a:t>Practical decision-making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Functions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Defining functions with def</a:t>
            </a:r>
          </a:p>
          <a:p>
            <a:pPr>
              <a:defRPr sz="2000"/>
            </a:pPr>
            <a:r>
              <a:t>Function arguments and return values</a:t>
            </a:r>
          </a:p>
          <a:p>
            <a:pPr>
              <a:defRPr sz="2000"/>
            </a:pPr>
            <a:r>
              <a:t>Lambda functions</a:t>
            </a:r>
          </a:p>
          <a:p>
            <a:pPr>
              <a:defRPr sz="2000"/>
            </a:pPr>
            <a:r>
              <a:t>Scope and recursion</a:t>
            </a:r>
          </a:p>
          <a:p>
            <a:pPr>
              <a:defRPr sz="2000"/>
            </a:pPr>
            <a:r>
              <a:t>Reusable code practices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Lists</a:t>
            </a:r>
          </a:p>
          <a:p>
            <a:pPr>
              <a:defRPr sz="2000"/>
            </a:pPr>
            <a:r>
              <a:t>Tuples</a:t>
            </a:r>
          </a:p>
          <a:p>
            <a:pPr>
              <a:defRPr sz="2000"/>
            </a:pPr>
            <a:r>
              <a:t>Sets</a:t>
            </a:r>
          </a:p>
          <a:p>
            <a:pPr>
              <a:defRPr sz="2000"/>
            </a:pPr>
            <a:r>
              <a:t>Dictionaries</a:t>
            </a:r>
          </a:p>
          <a:p>
            <a:pPr>
              <a:defRPr sz="2000"/>
            </a:pPr>
            <a:r>
              <a:t>List comprehensions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Classes and Objects</a:t>
            </a:r>
          </a:p>
          <a:p>
            <a:pPr>
              <a:defRPr sz="2000"/>
            </a:pPr>
            <a:r>
              <a:t>Constructors (__init__)</a:t>
            </a:r>
          </a:p>
          <a:p>
            <a:pPr>
              <a:defRPr sz="2000"/>
            </a:pPr>
            <a:r>
              <a:t>Inheritance</a:t>
            </a:r>
          </a:p>
          <a:p>
            <a:pPr>
              <a:defRPr sz="2000"/>
            </a:pPr>
            <a:r>
              <a:t>Encapsulation</a:t>
            </a:r>
          </a:p>
          <a:p>
            <a:pPr>
              <a:defRPr sz="2000"/>
            </a:pPr>
            <a:r>
              <a:t>Polymorphism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Working with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NumPy for numerical computing</a:t>
            </a:r>
          </a:p>
          <a:p>
            <a:pPr>
              <a:defRPr sz="2000"/>
            </a:pPr>
            <a:r>
              <a:t>Pandas for data analysis</a:t>
            </a:r>
          </a:p>
          <a:p>
            <a:pPr>
              <a:defRPr sz="2000"/>
            </a:pPr>
            <a:r>
              <a:t>Matplotlib for visualization</a:t>
            </a:r>
          </a:p>
          <a:p>
            <a:pPr>
              <a:defRPr sz="2000"/>
            </a:pPr>
            <a:r>
              <a:t>Requests for APIs</a:t>
            </a:r>
          </a:p>
          <a:p>
            <a:pPr>
              <a:defRPr sz="2000"/>
            </a:pPr>
            <a:r>
              <a:t>OpenCV for computer vision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Introduction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What is Artificial Intelligence?</a:t>
            </a:r>
          </a:p>
          <a:p>
            <a:pPr>
              <a:defRPr sz="2000"/>
            </a:pPr>
            <a:r>
              <a:t>AI vs Machine Learning vs Deep Learning</a:t>
            </a:r>
          </a:p>
          <a:p>
            <a:pPr>
              <a:defRPr sz="2000"/>
            </a:pPr>
            <a:r>
              <a:t>Real-world AI applications</a:t>
            </a:r>
          </a:p>
          <a:p>
            <a:pPr>
              <a:defRPr sz="2000"/>
            </a:pPr>
            <a:r>
              <a:t>AI ethics and responsible AI</a:t>
            </a:r>
          </a:p>
          <a:p>
            <a:pPr>
              <a:defRPr sz="2000"/>
            </a:pPr>
            <a:r>
              <a:t>Future of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Collect Data</a:t>
            </a:r>
          </a:p>
          <a:p>
            <a:pPr>
              <a:defRPr sz="2000"/>
            </a:pPr>
            <a:r>
              <a:t>Clean and Prepare Data</a:t>
            </a:r>
          </a:p>
          <a:p>
            <a:pPr>
              <a:defRPr sz="2000"/>
            </a:pPr>
            <a:r>
              <a:t>Train Model</a:t>
            </a:r>
          </a:p>
          <a:p>
            <a:pPr>
              <a:defRPr sz="2000"/>
            </a:pPr>
            <a:r>
              <a:t>Evaluate Performance</a:t>
            </a:r>
          </a:p>
          <a:p>
            <a:pPr>
              <a:defRPr sz="2000"/>
            </a:pPr>
            <a:r>
              <a:t>Deploy the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Supervised Learning</a:t>
            </a:r>
          </a:p>
          <a:p>
            <a:pPr>
              <a:defRPr sz="2000"/>
            </a:pPr>
            <a:r>
              <a:t>Unsupervised Learning</a:t>
            </a:r>
          </a:p>
          <a:p>
            <a:pPr>
              <a:defRPr sz="2000"/>
            </a:pPr>
            <a:r>
              <a:t>Reinforcement Learning</a:t>
            </a:r>
          </a:p>
          <a:p>
            <a:pPr>
              <a:defRPr sz="2000"/>
            </a:pPr>
            <a:r>
              <a:t>Classification and Regression</a:t>
            </a:r>
          </a:p>
          <a:p>
            <a:pPr>
              <a:defRPr sz="2000"/>
            </a:pPr>
            <a:r>
              <a:t>Clustering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Popular AI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Scikit-learn</a:t>
            </a:r>
          </a:p>
          <a:p>
            <a:pPr>
              <a:defRPr sz="2000"/>
            </a:pPr>
            <a:r>
              <a:t>TensorFlow</a:t>
            </a:r>
          </a:p>
          <a:p>
            <a:pPr>
              <a:defRPr sz="2000"/>
            </a:pPr>
            <a:r>
              <a:t>PyTorch</a:t>
            </a:r>
          </a:p>
          <a:p>
            <a:pPr>
              <a:defRPr sz="2000"/>
            </a:pPr>
            <a:r>
              <a:t>Keras</a:t>
            </a:r>
          </a:p>
          <a:p>
            <a:pPr>
              <a:defRPr sz="2000"/>
            </a:pPr>
            <a:r>
              <a:t>Transformers by Hugging Face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Simple AI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from sklearn.linear_model import LinearRegression</a:t>
            </a:r>
            <a:br/>
            <a:br/>
            <a:r>
              <a:t>model = LinearRegression()</a:t>
            </a:r>
            <a:br/>
            <a:r>
              <a:t>model.fit(X, y)</a:t>
            </a:r>
            <a:br/>
            <a:r>
              <a:t>prediction = model.predict([[5]])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Deep Learning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Neural Networks</a:t>
            </a:r>
          </a:p>
          <a:p>
            <a:pPr>
              <a:defRPr sz="2000"/>
            </a:pPr>
            <a:r>
              <a:t>Activation Functions</a:t>
            </a:r>
          </a:p>
          <a:p>
            <a:pPr>
              <a:defRPr sz="2000"/>
            </a:pPr>
            <a:r>
              <a:t>Epochs and Training</a:t>
            </a:r>
          </a:p>
          <a:p>
            <a:pPr>
              <a:defRPr sz="2000"/>
            </a:pPr>
            <a:r>
              <a:t>Convolutional Neural Networks</a:t>
            </a:r>
          </a:p>
          <a:p>
            <a:pPr>
              <a:defRPr sz="2000"/>
            </a:pPr>
            <a:r>
              <a:t>Natural Language Processing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AI Project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Chatbot</a:t>
            </a:r>
          </a:p>
          <a:p>
            <a:pPr>
              <a:defRPr sz="2000"/>
            </a:pPr>
            <a:r>
              <a:t>Face Detection System</a:t>
            </a:r>
          </a:p>
          <a:p>
            <a:pPr>
              <a:defRPr sz="2000"/>
            </a:pPr>
            <a:r>
              <a:t>Spam Email Classifier</a:t>
            </a:r>
          </a:p>
          <a:p>
            <a:pPr>
              <a:defRPr sz="2000"/>
            </a:pPr>
            <a:r>
              <a:t>Recommendation System</a:t>
            </a:r>
          </a:p>
          <a:p>
            <a:pPr>
              <a:defRPr sz="2000"/>
            </a:pPr>
            <a:r>
              <a:t>AI Image Generator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Write clean and readable code</a:t>
            </a:r>
          </a:p>
          <a:p>
            <a:pPr>
              <a:defRPr sz="2000"/>
            </a:pPr>
            <a:r>
              <a:t>Use version control with Git</a:t>
            </a:r>
          </a:p>
          <a:p>
            <a:pPr>
              <a:defRPr sz="2000"/>
            </a:pPr>
            <a:r>
              <a:t>Document your projects</a:t>
            </a:r>
          </a:p>
          <a:p>
            <a:pPr>
              <a:defRPr sz="2000"/>
            </a:pPr>
            <a:r>
              <a:t>Practice problem-solving daily</a:t>
            </a:r>
          </a:p>
          <a:p>
            <a:pPr>
              <a:defRPr sz="2000"/>
            </a:pPr>
            <a:r>
              <a:t>Keep learning new AI trends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Career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 Developer</a:t>
            </a:r>
          </a:p>
          <a:p>
            <a:pPr>
              <a:defRPr sz="2000"/>
            </a:pPr>
            <a:r>
              <a:t>Data Analyst</a:t>
            </a:r>
          </a:p>
          <a:p>
            <a:pPr>
              <a:defRPr sz="2000"/>
            </a:pPr>
            <a:r>
              <a:t>Machine Learning Engineer</a:t>
            </a:r>
          </a:p>
          <a:p>
            <a:pPr>
              <a:defRPr sz="2000"/>
            </a:pPr>
            <a:r>
              <a:t>AI Researcher</a:t>
            </a:r>
          </a:p>
          <a:p>
            <a:pPr>
              <a:defRPr sz="2000"/>
            </a:pPr>
            <a:r>
              <a:t>Automation Engineer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Resources for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 Documentation</a:t>
            </a:r>
          </a:p>
          <a:p>
            <a:pPr>
              <a:defRPr sz="2000"/>
            </a:pPr>
            <a:r>
              <a:t>Kaggle</a:t>
            </a:r>
          </a:p>
          <a:p>
            <a:pPr>
              <a:defRPr sz="2000"/>
            </a:pPr>
            <a:r>
              <a:t>Coursera &amp; Udemy</a:t>
            </a:r>
          </a:p>
          <a:p>
            <a:pPr>
              <a:defRPr sz="2000"/>
            </a:pPr>
            <a:r>
              <a:t>GitHub Open Source Projects</a:t>
            </a:r>
          </a:p>
          <a:p>
            <a:pPr>
              <a:defRPr sz="2000"/>
            </a:pPr>
            <a:r>
              <a:t>YouTube coding channels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Trainer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 live coding sessions for engagement</a:t>
            </a:r>
          </a:p>
          <a:p>
            <a:pPr>
              <a:defRPr sz="2000"/>
            </a:pPr>
            <a:r>
              <a:t>Encourage hands-on exercises</a:t>
            </a:r>
          </a:p>
          <a:p>
            <a:pPr>
              <a:defRPr sz="2000"/>
            </a:pPr>
            <a:r>
              <a:t>Demonstrate mini AI projects</a:t>
            </a:r>
          </a:p>
          <a:p>
            <a:pPr>
              <a:defRPr sz="2000"/>
            </a:pPr>
            <a:r>
              <a:t>Allow students to ask questions frequently</a:t>
            </a:r>
          </a:p>
          <a:p>
            <a:pPr>
              <a:defRPr sz="2000"/>
            </a:pPr>
            <a:r>
              <a:t>Provide assignments and practice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